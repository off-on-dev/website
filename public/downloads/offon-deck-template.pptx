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Inter 18pt"/>
      <p:regular r:id="rId15"/>
      <p:bold r:id="rId16"/>
    </p:embeddedFont>
    <p:embeddedFont>
      <p:font typeface="Syne"/>
      <p:regular r:id="rId17"/>
      <p:bold r:id="rId18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Inter-18pt-regular.fntdata"/>
<Relationship Id="rId16" Type="http://schemas.openxmlformats.org/officeDocument/2006/relationships/font" Target="fonts/Inter-18pt-bold.fntdata"/>
<Relationship Id="rId17" Type="http://schemas.openxmlformats.org/officeDocument/2006/relationships/font" Target="fonts/Syne-regular.fntdata"/>
<Relationship Id="rId18" Type="http://schemas.openxmlformats.org/officeDocument/2006/relationships/font" Target="fonts/Syne-bold.fntdata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logo-dark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8640"/>
            <a:ext cx="1463040" cy="365760"/>
          </a:xfrm>
          <a:prstGeom prst="rect">
            <a:avLst/>
          </a:prstGeom>
        </p:spPr>
      </p:pic>
      <p:pic>
        <p:nvPicPr>
          <p:cNvPr id="3" name="Image 1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1207008"/>
            <a:ext cx="74980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C03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Presentation Title</a:t>
            </a:r>
            <a:endParaRPr lang="en-US" sz="4200" dirty="0"/>
          </a:p>
        </p:txBody>
      </p:sp>
      <p:sp>
        <p:nvSpPr>
          <p:cNvPr id="5" name="Text 1"/>
          <p:cNvSpPr/>
          <p:nvPr/>
        </p:nvSpPr>
        <p:spPr>
          <a:xfrm>
            <a:off x="822960" y="1975104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Subtitle or tagline goes here.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822960" y="2414016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EDE5">
                    <a:alpha val="50000"/>
                  </a:srgbClr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DD Month YYYY  ·  Venue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48640"/>
            <a:ext cx="7498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Agenda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22960" y="1170432"/>
            <a:ext cx="7498080" cy="0"/>
          </a:xfrm>
          <a:prstGeom prst="line">
            <a:avLst/>
          </a:prstGeom>
          <a:noFill/>
          <a:ln w="9525">
            <a:solidFill>
              <a:srgbClr val="1E253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207008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C03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Time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783080" y="1207008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C03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Session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949440" y="1207008"/>
            <a:ext cx="13898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C03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Duration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22960" y="1463040"/>
            <a:ext cx="7498080" cy="0"/>
          </a:xfrm>
          <a:prstGeom prst="line">
            <a:avLst/>
          </a:prstGeom>
          <a:noFill/>
          <a:ln w="9525">
            <a:solidFill>
              <a:srgbClr val="1E25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517904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18:00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783080" y="1517904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Welcome and intro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49440" y="1517904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10 min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1901952"/>
            <a:ext cx="7498080" cy="0"/>
          </a:xfrm>
          <a:prstGeom prst="line">
            <a:avLst/>
          </a:prstGeom>
          <a:noFill/>
          <a:ln w="9525">
            <a:solidFill>
              <a:srgbClr val="1E25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938528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18:10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783080" y="1938528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First talk — Speaker Name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949440" y="1938528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25 min + Q&amp;A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2322576"/>
            <a:ext cx="7498080" cy="0"/>
          </a:xfrm>
          <a:prstGeom prst="line">
            <a:avLst/>
          </a:prstGeom>
          <a:noFill/>
          <a:ln w="9525">
            <a:solidFill>
              <a:srgbClr val="1E253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2359152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18:40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783080" y="2359152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Break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949440" y="2359152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15 min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22960" y="2743200"/>
            <a:ext cx="7498080" cy="0"/>
          </a:xfrm>
          <a:prstGeom prst="line">
            <a:avLst/>
          </a:prstGeom>
          <a:noFill/>
          <a:ln w="9525">
            <a:solidFill>
              <a:srgbClr val="1E253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2779776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18:55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783080" y="2779776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Second talk — Speaker Name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949440" y="2779776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25 min + Q&amp;A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22960" y="3163824"/>
            <a:ext cx="7498080" cy="0"/>
          </a:xfrm>
          <a:prstGeom prst="line">
            <a:avLst/>
          </a:prstGeom>
          <a:noFill/>
          <a:ln w="9525">
            <a:solidFill>
              <a:srgbClr val="1E253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32004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19:25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783080" y="320040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Networking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49440" y="320040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Open-ended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22960" y="3584448"/>
            <a:ext cx="7498080" cy="0"/>
          </a:xfrm>
          <a:prstGeom prst="line">
            <a:avLst/>
          </a:prstGeom>
          <a:noFill/>
          <a:ln w="9525">
            <a:solidFill>
              <a:srgbClr val="1E2535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4864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SECTION LABEL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22960" y="786384"/>
            <a:ext cx="7498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Slide Title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822960" y="1371600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Key point.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  Supporting detail goes here.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Another point.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  Keep bullets tight, one idea each.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Third point.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  Use speaker notes to expand.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Plain bullet without emphasis.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4864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SECTION LABEL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22960" y="786384"/>
            <a:ext cx="7498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Slide Title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822960" y="1371600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Key point.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  Supporting detail goes here.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Another point.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  Keep bullets tight.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Third point.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  Use speaker notes to expand.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852928"/>
            <a:ext cx="866851" cy="274320"/>
          </a:xfrm>
          <a:prstGeom prst="roundRect">
            <a:avLst>
              <a:gd name="adj" fmla="val 16667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852928"/>
            <a:ext cx="8668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Tag One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817827" y="2852928"/>
            <a:ext cx="866851" cy="274320"/>
          </a:xfrm>
          <a:prstGeom prst="roundRect">
            <a:avLst>
              <a:gd name="adj" fmla="val 16667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817827" y="2852928"/>
            <a:ext cx="8668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Tag Two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812694" y="2852928"/>
            <a:ext cx="1020470" cy="274320"/>
          </a:xfrm>
          <a:prstGeom prst="roundRect">
            <a:avLst>
              <a:gd name="adj" fmla="val 16667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812694" y="2852928"/>
            <a:ext cx="10204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Tag Three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961181" y="2852928"/>
            <a:ext cx="943661" cy="274320"/>
          </a:xfrm>
          <a:prstGeom prst="roundRect">
            <a:avLst>
              <a:gd name="adj" fmla="val 16667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61181" y="2852928"/>
            <a:ext cx="94366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Tag Four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32858" y="2852928"/>
            <a:ext cx="1327709" cy="274320"/>
          </a:xfrm>
          <a:prstGeom prst="roundRect">
            <a:avLst>
              <a:gd name="adj" fmla="val 16667"/>
            </a:avLst>
          </a:prstGeom>
          <a:solidFill>
            <a:srgbClr val="120E00"/>
          </a:solidFill>
          <a:ln w="12700">
            <a:solidFill>
              <a:srgbClr val="FFC034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5032858" y="2852928"/>
            <a:ext cx="132770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your project?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4864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SECTION LABEL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22960" y="786384"/>
            <a:ext cx="7498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Two Columns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822960" y="1371600"/>
            <a:ext cx="3547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Left column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700784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Left bullet one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2103120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Left bullet two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505456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Left bullet three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73168" y="1371600"/>
            <a:ext cx="3547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2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Right column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73168" y="1700784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Right bullet one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773168" y="2103120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Right bullet two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773168" y="2505456"/>
            <a:ext cx="3547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▸  </a:t>
            </a:r>
            <a:pPr indent="0" marL="0">
              <a:buNone/>
            </a:pPr>
            <a:r>
              <a:rPr lang="en-US" sz="13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Right bullet three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4864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SECTION LABEL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22960" y="786384"/>
            <a:ext cx="7498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Slide Title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822960" y="1371600"/>
            <a:ext cx="2371344" cy="3369564"/>
          </a:xfrm>
          <a:prstGeom prst="roundRect">
            <a:avLst>
              <a:gd name="adj" fmla="val 3085"/>
            </a:avLst>
          </a:prstGeom>
          <a:solidFill>
            <a:srgbClr val="141419"/>
          </a:solidFill>
          <a:ln w="19050">
            <a:solidFill>
              <a:srgbClr val="1E2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1554480"/>
            <a:ext cx="2005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Card One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883664"/>
            <a:ext cx="2005584" cy="2711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Short description. One or two sentences maximum.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86328" y="1371600"/>
            <a:ext cx="2371344" cy="3369564"/>
          </a:xfrm>
          <a:prstGeom prst="roundRect">
            <a:avLst>
              <a:gd name="adj" fmla="val 3085"/>
            </a:avLst>
          </a:prstGeom>
          <a:solidFill>
            <a:srgbClr val="141419"/>
          </a:solidFill>
          <a:ln w="19050">
            <a:solidFill>
              <a:srgbClr val="1E25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69208" y="1554480"/>
            <a:ext cx="2005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Card Two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569208" y="1883664"/>
            <a:ext cx="2005584" cy="2711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Short description. One or two sentences maximum.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9696" y="1371600"/>
            <a:ext cx="2371344" cy="3369564"/>
          </a:xfrm>
          <a:prstGeom prst="roundRect">
            <a:avLst>
              <a:gd name="adj" fmla="val 3085"/>
            </a:avLst>
          </a:prstGeom>
          <a:solidFill>
            <a:srgbClr val="141419"/>
          </a:solidFill>
          <a:ln w="19050">
            <a:solidFill>
              <a:srgbClr val="1E25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32576" y="1554480"/>
            <a:ext cx="2005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Card Three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32576" y="1883664"/>
            <a:ext cx="2005584" cy="27111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Short description. One or two sentences maximum.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4864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TONIGHT'S SPEAKERS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22960" y="786384"/>
            <a:ext cx="7498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Who's Presenting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822960" y="1371600"/>
            <a:ext cx="2371344" cy="3369564"/>
          </a:xfrm>
          <a:prstGeom prst="roundRect">
            <a:avLst>
              <a:gd name="adj" fmla="val 3085"/>
            </a:avLst>
          </a:prstGeom>
          <a:solidFill>
            <a:srgbClr val="141419"/>
          </a:solidFill>
          <a:ln w="19050">
            <a:solidFill>
              <a:srgbClr val="1E2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1554480"/>
            <a:ext cx="2005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Speaker Name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847088"/>
            <a:ext cx="2005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Talk Title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05840" y="2103120"/>
            <a:ext cx="2005584" cy="2491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Role, affiliation, notable contribution.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86328" y="1371600"/>
            <a:ext cx="2371344" cy="3369564"/>
          </a:xfrm>
          <a:prstGeom prst="roundRect">
            <a:avLst>
              <a:gd name="adj" fmla="val 3085"/>
            </a:avLst>
          </a:prstGeom>
          <a:solidFill>
            <a:srgbClr val="141419"/>
          </a:solidFill>
          <a:ln w="19050">
            <a:solidFill>
              <a:srgbClr val="1E253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69208" y="1554480"/>
            <a:ext cx="2005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Speaker Name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569208" y="1847088"/>
            <a:ext cx="2005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Talk Title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569208" y="2103120"/>
            <a:ext cx="2005584" cy="2491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Role, affiliation, notable contribution.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49696" y="1371600"/>
            <a:ext cx="2371344" cy="3369564"/>
          </a:xfrm>
          <a:prstGeom prst="roundRect">
            <a:avLst>
              <a:gd name="adj" fmla="val 3085"/>
            </a:avLst>
          </a:prstGeom>
          <a:solidFill>
            <a:srgbClr val="141419"/>
          </a:solidFill>
          <a:ln w="19050">
            <a:solidFill>
              <a:srgbClr val="1E253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32576" y="1554480"/>
            <a:ext cx="2005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9F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Speaker Name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132576" y="1847088"/>
            <a:ext cx="2005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Talk Title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132576" y="2103120"/>
            <a:ext cx="2005584" cy="2491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Role, affiliation, notable contribution.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induri.guntupalli/Desktop/Git/website/public/brand/offon-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4" y="164592"/>
            <a:ext cx="219456" cy="283464"/>
          </a:xfrm>
          <a:prstGeom prst="rect">
            <a:avLst/>
          </a:prstGeom>
        </p:spPr>
      </p:pic>
      <p:pic>
        <p:nvPicPr>
          <p:cNvPr id="3" name="Image 1" descr="/Users/sinduri.guntupalli/Desktop/Git/website/public/brand/offon-logo-dark-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548640"/>
            <a:ext cx="146304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1133856"/>
            <a:ext cx="7498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C03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Join Us</a:t>
            </a:r>
            <a:endParaRPr lang="en-US" sz="3800" dirty="0"/>
          </a:p>
        </p:txBody>
      </p:sp>
      <p:sp>
        <p:nvSpPr>
          <p:cNvPr id="5" name="Text 1"/>
          <p:cNvSpPr/>
          <p:nvPr/>
        </p:nvSpPr>
        <p:spPr>
          <a:xfrm>
            <a:off x="1554480" y="181051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Attend an event, propose a talk, start a challenge, or just say hello in the community.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1172261" y="2450592"/>
            <a:ext cx="1678838" cy="274320"/>
          </a:xfrm>
          <a:prstGeom prst="roundRect">
            <a:avLst>
              <a:gd name="adj" fmla="val 20000"/>
            </a:avLst>
          </a:prstGeom>
          <a:solidFill>
            <a:srgbClr val="120E00"/>
          </a:solidFill>
          <a:ln w="12700">
            <a:solidFill>
              <a:srgbClr val="FFC034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172261" y="2450592"/>
            <a:ext cx="16788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C034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Join the community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2979115" y="2450592"/>
            <a:ext cx="1004011" cy="274320"/>
          </a:xfrm>
          <a:prstGeom prst="roundRect">
            <a:avLst>
              <a:gd name="adj" fmla="val 20000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979115" y="2450592"/>
            <a:ext cx="100401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offon.dev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111142" y="2450592"/>
            <a:ext cx="1678838" cy="274320"/>
          </a:xfrm>
          <a:prstGeom prst="roundRect">
            <a:avLst>
              <a:gd name="adj" fmla="val 20000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1142" y="2450592"/>
            <a:ext cx="167883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offondev@gmail.com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917997" y="2450592"/>
            <a:ext cx="2053742" cy="274320"/>
          </a:xfrm>
          <a:prstGeom prst="roundRect">
            <a:avLst>
              <a:gd name="adj" fmla="val 20000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17997" y="2450592"/>
            <a:ext cx="20537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@off-on-dev.bsky.social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2979115" y="2834640"/>
            <a:ext cx="1753819" cy="274320"/>
          </a:xfrm>
          <a:prstGeom prst="roundRect">
            <a:avLst>
              <a:gd name="adj" fmla="val 20000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979115" y="2834640"/>
            <a:ext cx="1753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offondev (LinkedIn)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860950" y="2834640"/>
            <a:ext cx="1303934" cy="274320"/>
          </a:xfrm>
          <a:prstGeom prst="roundRect">
            <a:avLst>
              <a:gd name="adj" fmla="val 20000"/>
            </a:avLst>
          </a:prstGeom>
          <a:solidFill>
            <a:srgbClr val="141419"/>
          </a:solidFill>
          <a:ln w="9525">
            <a:solidFill>
              <a:srgbClr val="1E253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860950" y="2834640"/>
            <a:ext cx="1303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EDE5"/>
                </a:solidFill>
                <a:latin typeface="Inter 18pt" pitchFamily="34" charset="0"/>
                <a:ea typeface="Inter 18pt" pitchFamily="34" charset="-122"/>
                <a:cs typeface="Inter 18pt" pitchFamily="34" charset="-120"/>
              </a:rPr>
              <a:t>@OffonDev (X)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OffOn</dc:creator>
  <cp:lastModifiedBy>OffOn</cp:lastModifiedBy>
  <cp:revision>1</cp:revision>
  <dcterms:created xsi:type="dcterms:W3CDTF">2026-06-19T15:22:12Z</dcterms:created>
  <dcterms:modified xsi:type="dcterms:W3CDTF">2026-06-19T15:22:12Z</dcterms:modified>
</cp:coreProperties>
</file>