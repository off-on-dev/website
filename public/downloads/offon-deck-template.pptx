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mbeddedFontLst>
    <p:embeddedFont>
      <p:font typeface="Inter 18pt"/>
      <p:regular r:id="rId15"/>
      <p:bold r:id="rId16"/>
    </p:embeddedFont>
    <p:embeddedFont>
      <p:font typeface="Syne"/>
      <p:regular r:id="rId17"/>
      <p:bold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Inter-18pt-regular.fntdata"/>
<Relationship Id="rId16" Type="http://schemas.openxmlformats.org/officeDocument/2006/relationships/font" Target="fonts/Inter-18pt-bold.fntdata"/>
<Relationship Id="rId17" Type="http://schemas.openxmlformats.org/officeDocument/2006/relationships/font" Target="fonts/Syne-regular.fntdata"/>
<Relationship Id="rId18" Type="http://schemas.openxmlformats.org/officeDocument/2006/relationships/font" Target="fonts/Syne-bold.fntdata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induri.guntupalli/Desktop/Git/website/public/brand/offon-logo-dark-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48640"/>
            <a:ext cx="1463040" cy="365760"/>
          </a:xfrm>
          <a:prstGeom prst="rect">
            <a:avLst/>
          </a:prstGeom>
        </p:spPr>
      </p:pic>
      <p:pic>
        <p:nvPicPr>
          <p:cNvPr id="3" name="Image 1" descr="/Users/sinduri.guntupalli/Desktop/Git/website/public/brand/offon-fav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1584" y="164592"/>
            <a:ext cx="219456" cy="28346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22960" y="1207008"/>
            <a:ext cx="74980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C034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Presentation Title</a:t>
            </a:r>
            <a:endParaRPr lang="en-US" sz="4200" dirty="0"/>
          </a:p>
        </p:txBody>
      </p:sp>
      <p:sp>
        <p:nvSpPr>
          <p:cNvPr id="5" name="Text 1"/>
          <p:cNvSpPr/>
          <p:nvPr/>
        </p:nvSpPr>
        <p:spPr>
          <a:xfrm>
            <a:off x="822960" y="1975104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0EDE5"/>
                </a:solidFill>
                <a:latin typeface="Inter 18pt" pitchFamily="34" charset="0"/>
                <a:ea typeface="Inter 18pt" pitchFamily="34" charset="-122"/>
                <a:cs typeface="Inter 18pt" pitchFamily="34" charset="-120"/>
              </a:rPr>
              <a:t>Subtitle or tagline goes here.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822960" y="2414016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EDE5">
                    <a:alpha val="50000"/>
                  </a:srgbClr>
                </a:solidFill>
                <a:latin typeface="Inter 18pt" pitchFamily="34" charset="0"/>
                <a:ea typeface="Inter 18pt" pitchFamily="34" charset="-122"/>
                <a:cs typeface="Inter 18pt" pitchFamily="34" charset="-120"/>
              </a:rPr>
              <a:t>DD Month YYYY  ·  Venue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induri.guntupalli/Desktop/Git/website/public/brand/offon-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01584" y="164592"/>
            <a:ext cx="219456" cy="2834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548640"/>
            <a:ext cx="7498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AF9F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The Agenda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822960" y="1170432"/>
            <a:ext cx="7498080" cy="0"/>
          </a:xfrm>
          <a:prstGeom prst="line">
            <a:avLst/>
          </a:prstGeom>
          <a:noFill/>
          <a:ln w="9525">
            <a:solidFill>
              <a:srgbClr val="1E253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2960" y="1207008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C034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Time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783080" y="1207008"/>
            <a:ext cx="5074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C034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Session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949440" y="1207008"/>
            <a:ext cx="13898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C034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Duration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22960" y="1463040"/>
            <a:ext cx="7498080" cy="0"/>
          </a:xfrm>
          <a:prstGeom prst="line">
            <a:avLst/>
          </a:prstGeom>
          <a:noFill/>
          <a:ln w="9525">
            <a:solidFill>
              <a:srgbClr val="1E253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1517904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5"/>
                </a:solidFill>
                <a:latin typeface="Inter 18pt" pitchFamily="34" charset="0"/>
                <a:ea typeface="Inter 18pt" pitchFamily="34" charset="-122"/>
                <a:cs typeface="Inter 18pt" pitchFamily="34" charset="-120"/>
              </a:rPr>
              <a:t>18:00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783080" y="1517904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9F2"/>
                </a:solidFill>
                <a:latin typeface="Inter 18pt" pitchFamily="34" charset="0"/>
                <a:ea typeface="Inter 18pt" pitchFamily="34" charset="-122"/>
                <a:cs typeface="Inter 18pt" pitchFamily="34" charset="-120"/>
              </a:rPr>
              <a:t>Welcome and intro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949440" y="1517904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0EDE5"/>
                </a:solidFill>
                <a:latin typeface="Inter 18pt" pitchFamily="34" charset="0"/>
                <a:ea typeface="Inter 18pt" pitchFamily="34" charset="-122"/>
                <a:cs typeface="Inter 18pt" pitchFamily="34" charset="-120"/>
              </a:rPr>
              <a:t>10 min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22960" y="1901952"/>
            <a:ext cx="7498080" cy="0"/>
          </a:xfrm>
          <a:prstGeom prst="line">
            <a:avLst/>
          </a:prstGeom>
          <a:noFill/>
          <a:ln w="9525">
            <a:solidFill>
              <a:srgbClr val="1E253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1938528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5"/>
                </a:solidFill>
                <a:latin typeface="Inter 18pt" pitchFamily="34" charset="0"/>
                <a:ea typeface="Inter 18pt" pitchFamily="34" charset="-122"/>
                <a:cs typeface="Inter 18pt" pitchFamily="34" charset="-120"/>
              </a:rPr>
              <a:t>18:10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783080" y="1938528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9F2"/>
                </a:solidFill>
                <a:latin typeface="Inter 18pt" pitchFamily="34" charset="0"/>
                <a:ea typeface="Inter 18pt" pitchFamily="34" charset="-122"/>
                <a:cs typeface="Inter 18pt" pitchFamily="34" charset="-120"/>
              </a:rPr>
              <a:t>First talk — Speaker Name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949440" y="1938528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0EDE5"/>
                </a:solidFill>
                <a:latin typeface="Inter 18pt" pitchFamily="34" charset="0"/>
                <a:ea typeface="Inter 18pt" pitchFamily="34" charset="-122"/>
                <a:cs typeface="Inter 18pt" pitchFamily="34" charset="-120"/>
              </a:rPr>
              <a:t>25 min + Q&amp;A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22960" y="2322576"/>
            <a:ext cx="7498080" cy="0"/>
          </a:xfrm>
          <a:prstGeom prst="line">
            <a:avLst/>
          </a:prstGeom>
          <a:noFill/>
          <a:ln w="9525">
            <a:solidFill>
              <a:srgbClr val="1E253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2359152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5"/>
                </a:solidFill>
                <a:latin typeface="Inter 18pt" pitchFamily="34" charset="0"/>
                <a:ea typeface="Inter 18pt" pitchFamily="34" charset="-122"/>
                <a:cs typeface="Inter 18pt" pitchFamily="34" charset="-120"/>
              </a:rPr>
              <a:t>18:40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783080" y="2359152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9F2"/>
                </a:solidFill>
                <a:latin typeface="Inter 18pt" pitchFamily="34" charset="0"/>
                <a:ea typeface="Inter 18pt" pitchFamily="34" charset="-122"/>
                <a:cs typeface="Inter 18pt" pitchFamily="34" charset="-120"/>
              </a:rPr>
              <a:t>Break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949440" y="2359152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0EDE5"/>
                </a:solidFill>
                <a:latin typeface="Inter 18pt" pitchFamily="34" charset="0"/>
                <a:ea typeface="Inter 18pt" pitchFamily="34" charset="-122"/>
                <a:cs typeface="Inter 18pt" pitchFamily="34" charset="-120"/>
              </a:rPr>
              <a:t>15 min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22960" y="2743200"/>
            <a:ext cx="7498080" cy="0"/>
          </a:xfrm>
          <a:prstGeom prst="line">
            <a:avLst/>
          </a:prstGeom>
          <a:noFill/>
          <a:ln w="9525">
            <a:solidFill>
              <a:srgbClr val="1E253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2960" y="2779776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5"/>
                </a:solidFill>
                <a:latin typeface="Inter 18pt" pitchFamily="34" charset="0"/>
                <a:ea typeface="Inter 18pt" pitchFamily="34" charset="-122"/>
                <a:cs typeface="Inter 18pt" pitchFamily="34" charset="-120"/>
              </a:rPr>
              <a:t>18:55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783080" y="2779776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9F2"/>
                </a:solidFill>
                <a:latin typeface="Inter 18pt" pitchFamily="34" charset="0"/>
                <a:ea typeface="Inter 18pt" pitchFamily="34" charset="-122"/>
                <a:cs typeface="Inter 18pt" pitchFamily="34" charset="-120"/>
              </a:rPr>
              <a:t>Second talk — Speaker Name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949440" y="2779776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0EDE5"/>
                </a:solidFill>
                <a:latin typeface="Inter 18pt" pitchFamily="34" charset="0"/>
                <a:ea typeface="Inter 18pt" pitchFamily="34" charset="-122"/>
                <a:cs typeface="Inter 18pt" pitchFamily="34" charset="-120"/>
              </a:rPr>
              <a:t>25 min + Q&amp;A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822960" y="3163824"/>
            <a:ext cx="7498080" cy="0"/>
          </a:xfrm>
          <a:prstGeom prst="line">
            <a:avLst/>
          </a:prstGeom>
          <a:noFill/>
          <a:ln w="9525">
            <a:solidFill>
              <a:srgbClr val="1E253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22960" y="320040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5"/>
                </a:solidFill>
                <a:latin typeface="Inter 18pt" pitchFamily="34" charset="0"/>
                <a:ea typeface="Inter 18pt" pitchFamily="34" charset="-122"/>
                <a:cs typeface="Inter 18pt" pitchFamily="34" charset="-120"/>
              </a:rPr>
              <a:t>19:25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783080" y="320040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9F2"/>
                </a:solidFill>
                <a:latin typeface="Inter 18pt" pitchFamily="34" charset="0"/>
                <a:ea typeface="Inter 18pt" pitchFamily="34" charset="-122"/>
                <a:cs typeface="Inter 18pt" pitchFamily="34" charset="-120"/>
              </a:rPr>
              <a:t>Networking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6949440" y="3200400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0EDE5"/>
                </a:solidFill>
                <a:latin typeface="Inter 18pt" pitchFamily="34" charset="0"/>
                <a:ea typeface="Inter 18pt" pitchFamily="34" charset="-122"/>
                <a:cs typeface="Inter 18pt" pitchFamily="34" charset="-120"/>
              </a:rPr>
              <a:t>Open-ended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822960" y="3584448"/>
            <a:ext cx="7498080" cy="0"/>
          </a:xfrm>
          <a:prstGeom prst="line">
            <a:avLst/>
          </a:prstGeom>
          <a:noFill/>
          <a:ln w="9525">
            <a:solidFill>
              <a:srgbClr val="1E2535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induri.guntupalli/Desktop/Git/website/public/brand/offon-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01584" y="164592"/>
            <a:ext cx="219456" cy="2834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548640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C034"/>
                </a:solidFill>
                <a:latin typeface="Inter 18pt" pitchFamily="34" charset="0"/>
                <a:ea typeface="Inter 18pt" pitchFamily="34" charset="-122"/>
                <a:cs typeface="Inter 18pt" pitchFamily="34" charset="-120"/>
              </a:rPr>
              <a:t>SECTION LABEL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22960" y="786384"/>
            <a:ext cx="7498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AF9F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Slide Title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822960" y="1371600"/>
            <a:ext cx="7498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200"/>
              </a:spcBef>
              <a:buNone/>
            </a:pPr>
            <a:r>
              <a:rPr lang="en-US" sz="1400" dirty="0">
                <a:solidFill>
                  <a:srgbClr val="FFC034"/>
                </a:solidFill>
                <a:latin typeface="Inter 18pt" pitchFamily="34" charset="0"/>
                <a:ea typeface="Inter 18pt" pitchFamily="34" charset="-122"/>
                <a:cs typeface="Inter 18pt" pitchFamily="34" charset="-120"/>
              </a:rPr>
              <a:t>▸  </a:t>
            </a:r>
            <a:pPr indent="0" marL="0">
              <a:spcBef>
                <a:spcPts val="200"/>
              </a:spcBef>
              <a:buNone/>
            </a:pPr>
            <a:r>
              <a:rPr lang="en-US" sz="1400" b="1" dirty="0">
                <a:solidFill>
                  <a:srgbClr val="FAF9F2"/>
                </a:solidFill>
                <a:latin typeface="Inter 18pt" pitchFamily="34" charset="0"/>
                <a:ea typeface="Inter 18pt" pitchFamily="34" charset="-122"/>
                <a:cs typeface="Inter 18pt" pitchFamily="34" charset="-120"/>
              </a:rPr>
              <a:t>Key point.</a:t>
            </a:r>
            <a:pPr indent="0" marL="0">
              <a:spcBef>
                <a:spcPts val="200"/>
              </a:spcBef>
              <a:buNone/>
            </a:pPr>
            <a:r>
              <a:rPr lang="en-US" sz="1400" dirty="0">
                <a:solidFill>
                  <a:srgbClr val="F0EDE5"/>
                </a:solidFill>
                <a:latin typeface="Inter 18pt" pitchFamily="34" charset="0"/>
                <a:ea typeface="Inter 18pt" pitchFamily="34" charset="-122"/>
                <a:cs typeface="Inter 18pt" pitchFamily="34" charset="-120"/>
              </a:rPr>
              <a:t>  Supporting detail goes here.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1828800"/>
            <a:ext cx="7498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200"/>
              </a:spcBef>
              <a:buNone/>
            </a:pPr>
            <a:r>
              <a:rPr lang="en-US" sz="1400" dirty="0">
                <a:solidFill>
                  <a:srgbClr val="FFC034"/>
                </a:solidFill>
                <a:latin typeface="Inter 18pt" pitchFamily="34" charset="0"/>
                <a:ea typeface="Inter 18pt" pitchFamily="34" charset="-122"/>
                <a:cs typeface="Inter 18pt" pitchFamily="34" charset="-120"/>
              </a:rPr>
              <a:t>▸  </a:t>
            </a:r>
            <a:pPr indent="0" marL="0">
              <a:spcBef>
                <a:spcPts val="200"/>
              </a:spcBef>
              <a:buNone/>
            </a:pPr>
            <a:r>
              <a:rPr lang="en-US" sz="1400" b="1" dirty="0">
                <a:solidFill>
                  <a:srgbClr val="FAF9F2"/>
                </a:solidFill>
                <a:latin typeface="Inter 18pt" pitchFamily="34" charset="0"/>
                <a:ea typeface="Inter 18pt" pitchFamily="34" charset="-122"/>
                <a:cs typeface="Inter 18pt" pitchFamily="34" charset="-120"/>
              </a:rPr>
              <a:t>Another point.</a:t>
            </a:r>
            <a:pPr indent="0" marL="0">
              <a:spcBef>
                <a:spcPts val="200"/>
              </a:spcBef>
              <a:buNone/>
            </a:pPr>
            <a:r>
              <a:rPr lang="en-US" sz="1400" dirty="0">
                <a:solidFill>
                  <a:srgbClr val="F0EDE5"/>
                </a:solidFill>
                <a:latin typeface="Inter 18pt" pitchFamily="34" charset="0"/>
                <a:ea typeface="Inter 18pt" pitchFamily="34" charset="-122"/>
                <a:cs typeface="Inter 18pt" pitchFamily="34" charset="-120"/>
              </a:rPr>
              <a:t>  Keep bullets tight, one idea each.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2286000"/>
            <a:ext cx="7498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200"/>
              </a:spcBef>
              <a:buNone/>
            </a:pPr>
            <a:r>
              <a:rPr lang="en-US" sz="1400" dirty="0">
                <a:solidFill>
                  <a:srgbClr val="FFC034"/>
                </a:solidFill>
                <a:latin typeface="Inter 18pt" pitchFamily="34" charset="0"/>
                <a:ea typeface="Inter 18pt" pitchFamily="34" charset="-122"/>
                <a:cs typeface="Inter 18pt" pitchFamily="34" charset="-120"/>
              </a:rPr>
              <a:t>▸  </a:t>
            </a:r>
            <a:pPr indent="0" marL="0">
              <a:spcBef>
                <a:spcPts val="200"/>
              </a:spcBef>
              <a:buNone/>
            </a:pPr>
            <a:r>
              <a:rPr lang="en-US" sz="1400" b="1" dirty="0">
                <a:solidFill>
                  <a:srgbClr val="FAF9F2"/>
                </a:solidFill>
                <a:latin typeface="Inter 18pt" pitchFamily="34" charset="0"/>
                <a:ea typeface="Inter 18pt" pitchFamily="34" charset="-122"/>
                <a:cs typeface="Inter 18pt" pitchFamily="34" charset="-120"/>
              </a:rPr>
              <a:t>Third point.</a:t>
            </a:r>
            <a:pPr indent="0" marL="0">
              <a:spcBef>
                <a:spcPts val="200"/>
              </a:spcBef>
              <a:buNone/>
            </a:pPr>
            <a:r>
              <a:rPr lang="en-US" sz="1400" dirty="0">
                <a:solidFill>
                  <a:srgbClr val="F0EDE5"/>
                </a:solidFill>
                <a:latin typeface="Inter 18pt" pitchFamily="34" charset="0"/>
                <a:ea typeface="Inter 18pt" pitchFamily="34" charset="-122"/>
                <a:cs typeface="Inter 18pt" pitchFamily="34" charset="-120"/>
              </a:rPr>
              <a:t>  Use speaker notes to expand.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2743200"/>
            <a:ext cx="7498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200"/>
              </a:spcBef>
              <a:buNone/>
            </a:pPr>
            <a:r>
              <a:rPr lang="en-US" sz="1400" dirty="0">
                <a:solidFill>
                  <a:srgbClr val="FFC034"/>
                </a:solidFill>
                <a:latin typeface="Inter 18pt" pitchFamily="34" charset="0"/>
                <a:ea typeface="Inter 18pt" pitchFamily="34" charset="-122"/>
                <a:cs typeface="Inter 18pt" pitchFamily="34" charset="-120"/>
              </a:rPr>
              <a:t>▸  </a:t>
            </a:r>
            <a:pPr indent="0" marL="0">
              <a:spcBef>
                <a:spcPts val="200"/>
              </a:spcBef>
              <a:buNone/>
            </a:pPr>
            <a:r>
              <a:rPr lang="en-US" sz="1400" dirty="0">
                <a:solidFill>
                  <a:srgbClr val="F0EDE5"/>
                </a:solidFill>
                <a:latin typeface="Inter 18pt" pitchFamily="34" charset="0"/>
                <a:ea typeface="Inter 18pt" pitchFamily="34" charset="-122"/>
                <a:cs typeface="Inter 18pt" pitchFamily="34" charset="-120"/>
              </a:rPr>
              <a:t>Plain bullet without emphasis.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induri.guntupalli/Desktop/Git/website/public/brand/offon-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01584" y="164592"/>
            <a:ext cx="219456" cy="2834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548640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C034"/>
                </a:solidFill>
                <a:latin typeface="Inter 18pt" pitchFamily="34" charset="0"/>
                <a:ea typeface="Inter 18pt" pitchFamily="34" charset="-122"/>
                <a:cs typeface="Inter 18pt" pitchFamily="34" charset="-120"/>
              </a:rPr>
              <a:t>SECTION LABEL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22960" y="786384"/>
            <a:ext cx="7498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AF9F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Slide Title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822960" y="1371600"/>
            <a:ext cx="7498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200"/>
              </a:spcBef>
              <a:buNone/>
            </a:pPr>
            <a:r>
              <a:rPr lang="en-US" sz="1400" dirty="0">
                <a:solidFill>
                  <a:srgbClr val="FFC034"/>
                </a:solidFill>
                <a:latin typeface="Inter 18pt" pitchFamily="34" charset="0"/>
                <a:ea typeface="Inter 18pt" pitchFamily="34" charset="-122"/>
                <a:cs typeface="Inter 18pt" pitchFamily="34" charset="-120"/>
              </a:rPr>
              <a:t>▸  </a:t>
            </a:r>
            <a:pPr indent="0" marL="0">
              <a:spcBef>
                <a:spcPts val="200"/>
              </a:spcBef>
              <a:buNone/>
            </a:pPr>
            <a:r>
              <a:rPr lang="en-US" sz="1400" b="1" dirty="0">
                <a:solidFill>
                  <a:srgbClr val="FAF9F2"/>
                </a:solidFill>
                <a:latin typeface="Inter 18pt" pitchFamily="34" charset="0"/>
                <a:ea typeface="Inter 18pt" pitchFamily="34" charset="-122"/>
                <a:cs typeface="Inter 18pt" pitchFamily="34" charset="-120"/>
              </a:rPr>
              <a:t>Key point.</a:t>
            </a:r>
            <a:pPr indent="0" marL="0">
              <a:spcBef>
                <a:spcPts val="200"/>
              </a:spcBef>
              <a:buNone/>
            </a:pPr>
            <a:r>
              <a:rPr lang="en-US" sz="1400" dirty="0">
                <a:solidFill>
                  <a:srgbClr val="F0EDE5"/>
                </a:solidFill>
                <a:latin typeface="Inter 18pt" pitchFamily="34" charset="0"/>
                <a:ea typeface="Inter 18pt" pitchFamily="34" charset="-122"/>
                <a:cs typeface="Inter 18pt" pitchFamily="34" charset="-120"/>
              </a:rPr>
              <a:t>  Supporting detail goes here.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1828800"/>
            <a:ext cx="7498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200"/>
              </a:spcBef>
              <a:buNone/>
            </a:pPr>
            <a:r>
              <a:rPr lang="en-US" sz="1400" dirty="0">
                <a:solidFill>
                  <a:srgbClr val="FFC034"/>
                </a:solidFill>
                <a:latin typeface="Inter 18pt" pitchFamily="34" charset="0"/>
                <a:ea typeface="Inter 18pt" pitchFamily="34" charset="-122"/>
                <a:cs typeface="Inter 18pt" pitchFamily="34" charset="-120"/>
              </a:rPr>
              <a:t>▸  </a:t>
            </a:r>
            <a:pPr indent="0" marL="0">
              <a:spcBef>
                <a:spcPts val="200"/>
              </a:spcBef>
              <a:buNone/>
            </a:pPr>
            <a:r>
              <a:rPr lang="en-US" sz="1400" b="1" dirty="0">
                <a:solidFill>
                  <a:srgbClr val="FAF9F2"/>
                </a:solidFill>
                <a:latin typeface="Inter 18pt" pitchFamily="34" charset="0"/>
                <a:ea typeface="Inter 18pt" pitchFamily="34" charset="-122"/>
                <a:cs typeface="Inter 18pt" pitchFamily="34" charset="-120"/>
              </a:rPr>
              <a:t>Another point.</a:t>
            </a:r>
            <a:pPr indent="0" marL="0">
              <a:spcBef>
                <a:spcPts val="200"/>
              </a:spcBef>
              <a:buNone/>
            </a:pPr>
            <a:r>
              <a:rPr lang="en-US" sz="1400" dirty="0">
                <a:solidFill>
                  <a:srgbClr val="F0EDE5"/>
                </a:solidFill>
                <a:latin typeface="Inter 18pt" pitchFamily="34" charset="0"/>
                <a:ea typeface="Inter 18pt" pitchFamily="34" charset="-122"/>
                <a:cs typeface="Inter 18pt" pitchFamily="34" charset="-120"/>
              </a:rPr>
              <a:t>  Keep bullets tight.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2286000"/>
            <a:ext cx="7498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200"/>
              </a:spcBef>
              <a:buNone/>
            </a:pPr>
            <a:r>
              <a:rPr lang="en-US" sz="1400" dirty="0">
                <a:solidFill>
                  <a:srgbClr val="FFC034"/>
                </a:solidFill>
                <a:latin typeface="Inter 18pt" pitchFamily="34" charset="0"/>
                <a:ea typeface="Inter 18pt" pitchFamily="34" charset="-122"/>
                <a:cs typeface="Inter 18pt" pitchFamily="34" charset="-120"/>
              </a:rPr>
              <a:t>▸  </a:t>
            </a:r>
            <a:pPr indent="0" marL="0">
              <a:spcBef>
                <a:spcPts val="200"/>
              </a:spcBef>
              <a:buNone/>
            </a:pPr>
            <a:r>
              <a:rPr lang="en-US" sz="1400" b="1" dirty="0">
                <a:solidFill>
                  <a:srgbClr val="FAF9F2"/>
                </a:solidFill>
                <a:latin typeface="Inter 18pt" pitchFamily="34" charset="0"/>
                <a:ea typeface="Inter 18pt" pitchFamily="34" charset="-122"/>
                <a:cs typeface="Inter 18pt" pitchFamily="34" charset="-120"/>
              </a:rPr>
              <a:t>Third point.</a:t>
            </a:r>
            <a:pPr indent="0" marL="0">
              <a:spcBef>
                <a:spcPts val="200"/>
              </a:spcBef>
              <a:buNone/>
            </a:pPr>
            <a:r>
              <a:rPr lang="en-US" sz="1400" dirty="0">
                <a:solidFill>
                  <a:srgbClr val="F0EDE5"/>
                </a:solidFill>
                <a:latin typeface="Inter 18pt" pitchFamily="34" charset="0"/>
                <a:ea typeface="Inter 18pt" pitchFamily="34" charset="-122"/>
                <a:cs typeface="Inter 18pt" pitchFamily="34" charset="-120"/>
              </a:rPr>
              <a:t>  Use speaker notes to expand.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22960" y="2852928"/>
            <a:ext cx="866851" cy="274320"/>
          </a:xfrm>
          <a:prstGeom prst="roundRect">
            <a:avLst>
              <a:gd name="adj" fmla="val 16667"/>
            </a:avLst>
          </a:prstGeom>
          <a:solidFill>
            <a:srgbClr val="141419"/>
          </a:solidFill>
          <a:ln w="9525">
            <a:solidFill>
              <a:srgbClr val="1E253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2852928"/>
            <a:ext cx="8668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AF9F2"/>
                </a:solidFill>
                <a:latin typeface="Inter 18pt" pitchFamily="34" charset="0"/>
                <a:ea typeface="Inter 18pt" pitchFamily="34" charset="-122"/>
                <a:cs typeface="Inter 18pt" pitchFamily="34" charset="-120"/>
              </a:rPr>
              <a:t>Tag One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817827" y="2852928"/>
            <a:ext cx="866851" cy="274320"/>
          </a:xfrm>
          <a:prstGeom prst="roundRect">
            <a:avLst>
              <a:gd name="adj" fmla="val 16667"/>
            </a:avLst>
          </a:prstGeom>
          <a:solidFill>
            <a:srgbClr val="141419"/>
          </a:solidFill>
          <a:ln w="9525">
            <a:solidFill>
              <a:srgbClr val="1E253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817827" y="2852928"/>
            <a:ext cx="8668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AF9F2"/>
                </a:solidFill>
                <a:latin typeface="Inter 18pt" pitchFamily="34" charset="0"/>
                <a:ea typeface="Inter 18pt" pitchFamily="34" charset="-122"/>
                <a:cs typeface="Inter 18pt" pitchFamily="34" charset="-120"/>
              </a:rPr>
              <a:t>Tag Two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812694" y="2852928"/>
            <a:ext cx="1020470" cy="274320"/>
          </a:xfrm>
          <a:prstGeom prst="roundRect">
            <a:avLst>
              <a:gd name="adj" fmla="val 16667"/>
            </a:avLst>
          </a:prstGeom>
          <a:solidFill>
            <a:srgbClr val="141419"/>
          </a:solidFill>
          <a:ln w="9525">
            <a:solidFill>
              <a:srgbClr val="1E253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812694" y="2852928"/>
            <a:ext cx="10204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AF9F2"/>
                </a:solidFill>
                <a:latin typeface="Inter 18pt" pitchFamily="34" charset="0"/>
                <a:ea typeface="Inter 18pt" pitchFamily="34" charset="-122"/>
                <a:cs typeface="Inter 18pt" pitchFamily="34" charset="-120"/>
              </a:rPr>
              <a:t>Tag Three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961181" y="2852928"/>
            <a:ext cx="943661" cy="274320"/>
          </a:xfrm>
          <a:prstGeom prst="roundRect">
            <a:avLst>
              <a:gd name="adj" fmla="val 16667"/>
            </a:avLst>
          </a:prstGeom>
          <a:solidFill>
            <a:srgbClr val="141419"/>
          </a:solidFill>
          <a:ln w="9525">
            <a:solidFill>
              <a:srgbClr val="1E253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961181" y="2852928"/>
            <a:ext cx="94366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AF9F2"/>
                </a:solidFill>
                <a:latin typeface="Inter 18pt" pitchFamily="34" charset="0"/>
                <a:ea typeface="Inter 18pt" pitchFamily="34" charset="-122"/>
                <a:cs typeface="Inter 18pt" pitchFamily="34" charset="-120"/>
              </a:rPr>
              <a:t>Tag Four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032858" y="2852928"/>
            <a:ext cx="1327709" cy="274320"/>
          </a:xfrm>
          <a:prstGeom prst="roundRect">
            <a:avLst>
              <a:gd name="adj" fmla="val 16667"/>
            </a:avLst>
          </a:prstGeom>
          <a:solidFill>
            <a:srgbClr val="120E00"/>
          </a:solidFill>
          <a:ln w="12700">
            <a:solidFill>
              <a:srgbClr val="FFC034"/>
            </a:solidFill>
            <a:prstDash val="dash"/>
          </a:ln>
        </p:spPr>
      </p:sp>
      <p:sp>
        <p:nvSpPr>
          <p:cNvPr id="17" name="Text 14"/>
          <p:cNvSpPr/>
          <p:nvPr/>
        </p:nvSpPr>
        <p:spPr>
          <a:xfrm>
            <a:off x="5032858" y="2852928"/>
            <a:ext cx="132770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C034"/>
                </a:solidFill>
                <a:latin typeface="Inter 18pt" pitchFamily="34" charset="0"/>
                <a:ea typeface="Inter 18pt" pitchFamily="34" charset="-122"/>
                <a:cs typeface="Inter 18pt" pitchFamily="34" charset="-120"/>
              </a:rPr>
              <a:t>your project?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induri.guntupalli/Desktop/Git/website/public/brand/offon-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01584" y="164592"/>
            <a:ext cx="219456" cy="2834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548640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C034"/>
                </a:solidFill>
                <a:latin typeface="Inter 18pt" pitchFamily="34" charset="0"/>
                <a:ea typeface="Inter 18pt" pitchFamily="34" charset="-122"/>
                <a:cs typeface="Inter 18pt" pitchFamily="34" charset="-120"/>
              </a:rPr>
              <a:t>SECTION LABEL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22960" y="786384"/>
            <a:ext cx="7498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AF9F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Two Columns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822960" y="1371600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9F2"/>
                </a:solidFill>
                <a:latin typeface="Inter 18pt" pitchFamily="34" charset="0"/>
                <a:ea typeface="Inter 18pt" pitchFamily="34" charset="-122"/>
                <a:cs typeface="Inter 18pt" pitchFamily="34" charset="-120"/>
              </a:rPr>
              <a:t>Left column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22960" y="1700784"/>
            <a:ext cx="3547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C034"/>
                </a:solidFill>
                <a:latin typeface="Inter 18pt" pitchFamily="34" charset="0"/>
                <a:ea typeface="Inter 18pt" pitchFamily="34" charset="-122"/>
                <a:cs typeface="Inter 18pt" pitchFamily="34" charset="-120"/>
              </a:rPr>
              <a:t>▸  </a:t>
            </a:r>
            <a:pPr indent="0" marL="0">
              <a:buNone/>
            </a:pPr>
            <a:r>
              <a:rPr lang="en-US" sz="1300" dirty="0">
                <a:solidFill>
                  <a:srgbClr val="F0EDE5"/>
                </a:solidFill>
                <a:latin typeface="Inter 18pt" pitchFamily="34" charset="0"/>
                <a:ea typeface="Inter 18pt" pitchFamily="34" charset="-122"/>
                <a:cs typeface="Inter 18pt" pitchFamily="34" charset="-120"/>
              </a:rPr>
              <a:t>Left bullet one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103120"/>
            <a:ext cx="3547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C034"/>
                </a:solidFill>
                <a:latin typeface="Inter 18pt" pitchFamily="34" charset="0"/>
                <a:ea typeface="Inter 18pt" pitchFamily="34" charset="-122"/>
                <a:cs typeface="Inter 18pt" pitchFamily="34" charset="-120"/>
              </a:rPr>
              <a:t>▸  </a:t>
            </a:r>
            <a:pPr indent="0" marL="0">
              <a:buNone/>
            </a:pPr>
            <a:r>
              <a:rPr lang="en-US" sz="1300" dirty="0">
                <a:solidFill>
                  <a:srgbClr val="F0EDE5"/>
                </a:solidFill>
                <a:latin typeface="Inter 18pt" pitchFamily="34" charset="0"/>
                <a:ea typeface="Inter 18pt" pitchFamily="34" charset="-122"/>
                <a:cs typeface="Inter 18pt" pitchFamily="34" charset="-120"/>
              </a:rPr>
              <a:t>Left bullet two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2505456"/>
            <a:ext cx="3547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C034"/>
                </a:solidFill>
                <a:latin typeface="Inter 18pt" pitchFamily="34" charset="0"/>
                <a:ea typeface="Inter 18pt" pitchFamily="34" charset="-122"/>
                <a:cs typeface="Inter 18pt" pitchFamily="34" charset="-120"/>
              </a:rPr>
              <a:t>▸  </a:t>
            </a:r>
            <a:pPr indent="0" marL="0">
              <a:buNone/>
            </a:pPr>
            <a:r>
              <a:rPr lang="en-US" sz="1300" dirty="0">
                <a:solidFill>
                  <a:srgbClr val="F0EDE5"/>
                </a:solidFill>
                <a:latin typeface="Inter 18pt" pitchFamily="34" charset="0"/>
                <a:ea typeface="Inter 18pt" pitchFamily="34" charset="-122"/>
                <a:cs typeface="Inter 18pt" pitchFamily="34" charset="-120"/>
              </a:rPr>
              <a:t>Left bullet three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773168" y="1371600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9F2"/>
                </a:solidFill>
                <a:latin typeface="Inter 18pt" pitchFamily="34" charset="0"/>
                <a:ea typeface="Inter 18pt" pitchFamily="34" charset="-122"/>
                <a:cs typeface="Inter 18pt" pitchFamily="34" charset="-120"/>
              </a:rPr>
              <a:t>Right column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773168" y="1700784"/>
            <a:ext cx="3547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C034"/>
                </a:solidFill>
                <a:latin typeface="Inter 18pt" pitchFamily="34" charset="0"/>
                <a:ea typeface="Inter 18pt" pitchFamily="34" charset="-122"/>
                <a:cs typeface="Inter 18pt" pitchFamily="34" charset="-120"/>
              </a:rPr>
              <a:t>▸  </a:t>
            </a:r>
            <a:pPr indent="0" marL="0">
              <a:buNone/>
            </a:pPr>
            <a:r>
              <a:rPr lang="en-US" sz="1300" dirty="0">
                <a:solidFill>
                  <a:srgbClr val="F0EDE5"/>
                </a:solidFill>
                <a:latin typeface="Inter 18pt" pitchFamily="34" charset="0"/>
                <a:ea typeface="Inter 18pt" pitchFamily="34" charset="-122"/>
                <a:cs typeface="Inter 18pt" pitchFamily="34" charset="-120"/>
              </a:rPr>
              <a:t>Right bullet one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773168" y="2103120"/>
            <a:ext cx="3547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C034"/>
                </a:solidFill>
                <a:latin typeface="Inter 18pt" pitchFamily="34" charset="0"/>
                <a:ea typeface="Inter 18pt" pitchFamily="34" charset="-122"/>
                <a:cs typeface="Inter 18pt" pitchFamily="34" charset="-120"/>
              </a:rPr>
              <a:t>▸  </a:t>
            </a:r>
            <a:pPr indent="0" marL="0">
              <a:buNone/>
            </a:pPr>
            <a:r>
              <a:rPr lang="en-US" sz="1300" dirty="0">
                <a:solidFill>
                  <a:srgbClr val="F0EDE5"/>
                </a:solidFill>
                <a:latin typeface="Inter 18pt" pitchFamily="34" charset="0"/>
                <a:ea typeface="Inter 18pt" pitchFamily="34" charset="-122"/>
                <a:cs typeface="Inter 18pt" pitchFamily="34" charset="-120"/>
              </a:rPr>
              <a:t>Right bullet two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773168" y="2505456"/>
            <a:ext cx="3547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C034"/>
                </a:solidFill>
                <a:latin typeface="Inter 18pt" pitchFamily="34" charset="0"/>
                <a:ea typeface="Inter 18pt" pitchFamily="34" charset="-122"/>
                <a:cs typeface="Inter 18pt" pitchFamily="34" charset="-120"/>
              </a:rPr>
              <a:t>▸  </a:t>
            </a:r>
            <a:pPr indent="0" marL="0">
              <a:buNone/>
            </a:pPr>
            <a:r>
              <a:rPr lang="en-US" sz="1300" dirty="0">
                <a:solidFill>
                  <a:srgbClr val="F0EDE5"/>
                </a:solidFill>
                <a:latin typeface="Inter 18pt" pitchFamily="34" charset="0"/>
                <a:ea typeface="Inter 18pt" pitchFamily="34" charset="-122"/>
                <a:cs typeface="Inter 18pt" pitchFamily="34" charset="-120"/>
              </a:rPr>
              <a:t>Right bullet three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induri.guntupalli/Desktop/Git/website/public/brand/offon-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01584" y="164592"/>
            <a:ext cx="219456" cy="2834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548640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C034"/>
                </a:solidFill>
                <a:latin typeface="Inter 18pt" pitchFamily="34" charset="0"/>
                <a:ea typeface="Inter 18pt" pitchFamily="34" charset="-122"/>
                <a:cs typeface="Inter 18pt" pitchFamily="34" charset="-120"/>
              </a:rPr>
              <a:t>SECTION LABEL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22960" y="786384"/>
            <a:ext cx="7498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AF9F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Slide Title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822960" y="1371600"/>
            <a:ext cx="2371344" cy="3369564"/>
          </a:xfrm>
          <a:prstGeom prst="roundRect">
            <a:avLst>
              <a:gd name="adj" fmla="val 3085"/>
            </a:avLst>
          </a:prstGeom>
          <a:solidFill>
            <a:srgbClr val="141419"/>
          </a:solidFill>
          <a:ln w="19050">
            <a:solidFill>
              <a:srgbClr val="1E253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05840" y="1554480"/>
            <a:ext cx="2005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9F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Card One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05840" y="1883664"/>
            <a:ext cx="2005584" cy="27111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DE5"/>
                </a:solidFill>
                <a:latin typeface="Inter 18pt" pitchFamily="34" charset="0"/>
                <a:ea typeface="Inter 18pt" pitchFamily="34" charset="-122"/>
                <a:cs typeface="Inter 18pt" pitchFamily="34" charset="-120"/>
              </a:rPr>
              <a:t>Short description. One or two sentences maximum.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386328" y="1371600"/>
            <a:ext cx="2371344" cy="3369564"/>
          </a:xfrm>
          <a:prstGeom prst="roundRect">
            <a:avLst>
              <a:gd name="adj" fmla="val 3085"/>
            </a:avLst>
          </a:prstGeom>
          <a:solidFill>
            <a:srgbClr val="141419"/>
          </a:solidFill>
          <a:ln w="19050">
            <a:solidFill>
              <a:srgbClr val="1E253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569208" y="1554480"/>
            <a:ext cx="2005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9F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Card Two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569208" y="1883664"/>
            <a:ext cx="2005584" cy="27111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DE5"/>
                </a:solidFill>
                <a:latin typeface="Inter 18pt" pitchFamily="34" charset="0"/>
                <a:ea typeface="Inter 18pt" pitchFamily="34" charset="-122"/>
                <a:cs typeface="Inter 18pt" pitchFamily="34" charset="-120"/>
              </a:rPr>
              <a:t>Short description. One or two sentences maximum.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949696" y="1371600"/>
            <a:ext cx="2371344" cy="3369564"/>
          </a:xfrm>
          <a:prstGeom prst="roundRect">
            <a:avLst>
              <a:gd name="adj" fmla="val 3085"/>
            </a:avLst>
          </a:prstGeom>
          <a:solidFill>
            <a:srgbClr val="141419"/>
          </a:solidFill>
          <a:ln w="19050">
            <a:solidFill>
              <a:srgbClr val="1E253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32576" y="1554480"/>
            <a:ext cx="2005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9F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Card Three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132576" y="1883664"/>
            <a:ext cx="2005584" cy="27111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DE5"/>
                </a:solidFill>
                <a:latin typeface="Inter 18pt" pitchFamily="34" charset="0"/>
                <a:ea typeface="Inter 18pt" pitchFamily="34" charset="-122"/>
                <a:cs typeface="Inter 18pt" pitchFamily="34" charset="-120"/>
              </a:rPr>
              <a:t>Short description. One or two sentences maximum.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induri.guntupalli/Desktop/Git/website/public/brand/offon-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01584" y="164592"/>
            <a:ext cx="219456" cy="2834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548640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C034"/>
                </a:solidFill>
                <a:latin typeface="Inter 18pt" pitchFamily="34" charset="0"/>
                <a:ea typeface="Inter 18pt" pitchFamily="34" charset="-122"/>
                <a:cs typeface="Inter 18pt" pitchFamily="34" charset="-120"/>
              </a:rPr>
              <a:t>TONIGHT'S SPEAKERS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22960" y="786384"/>
            <a:ext cx="7498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AF9F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Who's Presenting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822960" y="1371600"/>
            <a:ext cx="2371344" cy="3369564"/>
          </a:xfrm>
          <a:prstGeom prst="roundRect">
            <a:avLst>
              <a:gd name="adj" fmla="val 3085"/>
            </a:avLst>
          </a:prstGeom>
          <a:solidFill>
            <a:srgbClr val="141419"/>
          </a:solidFill>
          <a:ln w="19050">
            <a:solidFill>
              <a:srgbClr val="1E253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05840" y="1554480"/>
            <a:ext cx="2005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9F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Speaker Name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05840" y="1847088"/>
            <a:ext cx="20055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C034"/>
                </a:solidFill>
                <a:latin typeface="Inter 18pt" pitchFamily="34" charset="0"/>
                <a:ea typeface="Inter 18pt" pitchFamily="34" charset="-122"/>
                <a:cs typeface="Inter 18pt" pitchFamily="34" charset="-120"/>
              </a:rPr>
              <a:t>Talk Title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05840" y="2103120"/>
            <a:ext cx="2005584" cy="2491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DE5"/>
                </a:solidFill>
                <a:latin typeface="Inter 18pt" pitchFamily="34" charset="0"/>
                <a:ea typeface="Inter 18pt" pitchFamily="34" charset="-122"/>
                <a:cs typeface="Inter 18pt" pitchFamily="34" charset="-120"/>
              </a:rPr>
              <a:t>Role, affiliation, notable contribution.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86328" y="1371600"/>
            <a:ext cx="2371344" cy="3369564"/>
          </a:xfrm>
          <a:prstGeom prst="roundRect">
            <a:avLst>
              <a:gd name="adj" fmla="val 3085"/>
            </a:avLst>
          </a:prstGeom>
          <a:solidFill>
            <a:srgbClr val="141419"/>
          </a:solidFill>
          <a:ln w="19050">
            <a:solidFill>
              <a:srgbClr val="1E253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569208" y="1554480"/>
            <a:ext cx="2005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9F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Speaker Name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569208" y="1847088"/>
            <a:ext cx="20055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C034"/>
                </a:solidFill>
                <a:latin typeface="Inter 18pt" pitchFamily="34" charset="0"/>
                <a:ea typeface="Inter 18pt" pitchFamily="34" charset="-122"/>
                <a:cs typeface="Inter 18pt" pitchFamily="34" charset="-120"/>
              </a:rPr>
              <a:t>Talk Title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569208" y="2103120"/>
            <a:ext cx="2005584" cy="2491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DE5"/>
                </a:solidFill>
                <a:latin typeface="Inter 18pt" pitchFamily="34" charset="0"/>
                <a:ea typeface="Inter 18pt" pitchFamily="34" charset="-122"/>
                <a:cs typeface="Inter 18pt" pitchFamily="34" charset="-120"/>
              </a:rPr>
              <a:t>Role, affiliation, notable contribution.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949696" y="1371600"/>
            <a:ext cx="2371344" cy="3369564"/>
          </a:xfrm>
          <a:prstGeom prst="roundRect">
            <a:avLst>
              <a:gd name="adj" fmla="val 3085"/>
            </a:avLst>
          </a:prstGeom>
          <a:solidFill>
            <a:srgbClr val="141419"/>
          </a:solidFill>
          <a:ln w="19050">
            <a:solidFill>
              <a:srgbClr val="1E253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32576" y="1554480"/>
            <a:ext cx="2005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9F2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Speaker Name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132576" y="1847088"/>
            <a:ext cx="20055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C034"/>
                </a:solidFill>
                <a:latin typeface="Inter 18pt" pitchFamily="34" charset="0"/>
                <a:ea typeface="Inter 18pt" pitchFamily="34" charset="-122"/>
                <a:cs typeface="Inter 18pt" pitchFamily="34" charset="-120"/>
              </a:rPr>
              <a:t>Talk Title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132576" y="2103120"/>
            <a:ext cx="2005584" cy="2491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DE5"/>
                </a:solidFill>
                <a:latin typeface="Inter 18pt" pitchFamily="34" charset="0"/>
                <a:ea typeface="Inter 18pt" pitchFamily="34" charset="-122"/>
                <a:cs typeface="Inter 18pt" pitchFamily="34" charset="-120"/>
              </a:rPr>
              <a:t>Role, affiliation, notable contribution.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induri.guntupalli/Desktop/Git/website/public/brand/offon-fav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01584" y="164592"/>
            <a:ext cx="219456" cy="283464"/>
          </a:xfrm>
          <a:prstGeom prst="rect">
            <a:avLst/>
          </a:prstGeom>
        </p:spPr>
      </p:pic>
      <p:pic>
        <p:nvPicPr>
          <p:cNvPr id="3" name="Image 1" descr="/Users/sinduri.guntupalli/Desktop/Git/website/public/brand/offon-logo-dark-col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548640"/>
            <a:ext cx="1463040" cy="3657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22960" y="1133856"/>
            <a:ext cx="7498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C034"/>
                </a:solidFill>
                <a:latin typeface="Syne" pitchFamily="34" charset="0"/>
                <a:ea typeface="Syne" pitchFamily="34" charset="-122"/>
                <a:cs typeface="Syne" pitchFamily="34" charset="-120"/>
              </a:rPr>
              <a:t>Join Us</a:t>
            </a:r>
            <a:endParaRPr lang="en-US" sz="3800" dirty="0"/>
          </a:p>
        </p:txBody>
      </p:sp>
      <p:sp>
        <p:nvSpPr>
          <p:cNvPr id="5" name="Text 1"/>
          <p:cNvSpPr/>
          <p:nvPr/>
        </p:nvSpPr>
        <p:spPr>
          <a:xfrm>
            <a:off x="1554480" y="181051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0EDE5"/>
                </a:solidFill>
                <a:latin typeface="Inter 18pt" pitchFamily="34" charset="0"/>
                <a:ea typeface="Inter 18pt" pitchFamily="34" charset="-122"/>
                <a:cs typeface="Inter 18pt" pitchFamily="34" charset="-120"/>
              </a:rPr>
              <a:t>Attend an event, propose a talk, start a challenge, or just say hello in the community.</a:t>
            </a:r>
            <a:endParaRPr lang="en-US" sz="1300" dirty="0"/>
          </a:p>
        </p:txBody>
      </p:sp>
      <p:sp>
        <p:nvSpPr>
          <p:cNvPr id="6" name="Shape 2"/>
          <p:cNvSpPr/>
          <p:nvPr/>
        </p:nvSpPr>
        <p:spPr>
          <a:xfrm>
            <a:off x="2318004" y="2450592"/>
            <a:ext cx="1642262" cy="256032"/>
          </a:xfrm>
          <a:prstGeom prst="roundRect">
            <a:avLst>
              <a:gd name="adj" fmla="val 21429"/>
            </a:avLst>
          </a:prstGeom>
          <a:solidFill>
            <a:srgbClr val="120E00"/>
          </a:solidFill>
          <a:ln w="12700">
            <a:solidFill>
              <a:srgbClr val="FFC034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318004" y="2450592"/>
            <a:ext cx="164226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C034"/>
                </a:solidFill>
                <a:latin typeface="Inter 18pt" pitchFamily="34" charset="0"/>
                <a:ea typeface="Inter 18pt" pitchFamily="34" charset="-122"/>
                <a:cs typeface="Inter 18pt" pitchFamily="34" charset="-120"/>
              </a:rPr>
              <a:t>Join the community</a:t>
            </a:r>
            <a:endParaRPr lang="en-US" sz="800" dirty="0"/>
          </a:p>
        </p:txBody>
      </p:sp>
      <p:sp>
        <p:nvSpPr>
          <p:cNvPr id="8" name="Shape 4"/>
          <p:cNvSpPr/>
          <p:nvPr/>
        </p:nvSpPr>
        <p:spPr>
          <a:xfrm>
            <a:off x="4088282" y="2450592"/>
            <a:ext cx="967435" cy="256032"/>
          </a:xfrm>
          <a:prstGeom prst="roundRect">
            <a:avLst>
              <a:gd name="adj" fmla="val 21429"/>
            </a:avLst>
          </a:prstGeom>
          <a:solidFill>
            <a:srgbClr val="141419"/>
          </a:solidFill>
          <a:ln w="9525">
            <a:solidFill>
              <a:srgbClr val="1E2535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088282" y="2450592"/>
            <a:ext cx="96743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EDE5"/>
                </a:solidFill>
                <a:latin typeface="Inter 18pt" pitchFamily="34" charset="0"/>
                <a:ea typeface="Inter 18pt" pitchFamily="34" charset="-122"/>
                <a:cs typeface="Inter 18pt" pitchFamily="34" charset="-120"/>
              </a:rPr>
              <a:t>offon.dev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5183734" y="2450592"/>
            <a:ext cx="1642262" cy="256032"/>
          </a:xfrm>
          <a:prstGeom prst="roundRect">
            <a:avLst>
              <a:gd name="adj" fmla="val 21429"/>
            </a:avLst>
          </a:prstGeom>
          <a:solidFill>
            <a:srgbClr val="141419"/>
          </a:solidFill>
          <a:ln w="9525">
            <a:solidFill>
              <a:srgbClr val="1E2535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183734" y="2450592"/>
            <a:ext cx="164226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EDE5"/>
                </a:solidFill>
                <a:latin typeface="Inter 18pt" pitchFamily="34" charset="0"/>
                <a:ea typeface="Inter 18pt" pitchFamily="34" charset="-122"/>
                <a:cs typeface="Inter 18pt" pitchFamily="34" charset="-120"/>
              </a:rPr>
              <a:t>offondev@gmail.com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1943100" y="2889504"/>
            <a:ext cx="2017166" cy="256032"/>
          </a:xfrm>
          <a:prstGeom prst="roundRect">
            <a:avLst>
              <a:gd name="adj" fmla="val 21429"/>
            </a:avLst>
          </a:prstGeom>
          <a:solidFill>
            <a:srgbClr val="141419"/>
          </a:solidFill>
          <a:ln w="9525">
            <a:solidFill>
              <a:srgbClr val="1E2535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943100" y="2889504"/>
            <a:ext cx="201716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EDE5"/>
                </a:solidFill>
                <a:latin typeface="Inter 18pt" pitchFamily="34" charset="0"/>
                <a:ea typeface="Inter 18pt" pitchFamily="34" charset="-122"/>
                <a:cs typeface="Inter 18pt" pitchFamily="34" charset="-120"/>
              </a:rPr>
              <a:t>@off-on-dev.bsky.social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4088282" y="2889504"/>
            <a:ext cx="1717243" cy="256032"/>
          </a:xfrm>
          <a:prstGeom prst="roundRect">
            <a:avLst>
              <a:gd name="adj" fmla="val 21429"/>
            </a:avLst>
          </a:prstGeom>
          <a:solidFill>
            <a:srgbClr val="141419"/>
          </a:solidFill>
          <a:ln w="9525">
            <a:solidFill>
              <a:srgbClr val="1E2535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088282" y="2889504"/>
            <a:ext cx="171724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EDE5"/>
                </a:solidFill>
                <a:latin typeface="Inter 18pt" pitchFamily="34" charset="0"/>
                <a:ea typeface="Inter 18pt" pitchFamily="34" charset="-122"/>
                <a:cs typeface="Inter 18pt" pitchFamily="34" charset="-120"/>
              </a:rPr>
              <a:t>offondev (LinkedIn)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5933542" y="2889504"/>
            <a:ext cx="1267358" cy="256032"/>
          </a:xfrm>
          <a:prstGeom prst="roundRect">
            <a:avLst>
              <a:gd name="adj" fmla="val 21429"/>
            </a:avLst>
          </a:prstGeom>
          <a:solidFill>
            <a:srgbClr val="141419"/>
          </a:solidFill>
          <a:ln w="9525">
            <a:solidFill>
              <a:srgbClr val="1E253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933542" y="2889504"/>
            <a:ext cx="126735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EDE5"/>
                </a:solidFill>
                <a:latin typeface="Inter 18pt" pitchFamily="34" charset="0"/>
                <a:ea typeface="Inter 18pt" pitchFamily="34" charset="-122"/>
                <a:cs typeface="Inter 18pt" pitchFamily="34" charset="-120"/>
              </a:rPr>
              <a:t>@OffonDev (X)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OffOn</dc:creator>
  <cp:lastModifiedBy>OffOn</cp:lastModifiedBy>
  <cp:revision>1</cp:revision>
  <dcterms:created xsi:type="dcterms:W3CDTF">2026-06-22T11:49:25Z</dcterms:created>
  <dcterms:modified xsi:type="dcterms:W3CDTF">2026-06-22T11:49:25Z</dcterms:modified>
</cp:coreProperties>
</file>